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6490" y="135370"/>
            <a:ext cx="7772400" cy="1009939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Drug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&amp; Safety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9527" y="1274619"/>
            <a:ext cx="8340437" cy="496916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(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Notebook),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0671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5310"/>
            <a:ext cx="8229600" cy="4980854"/>
          </a:xfrm>
        </p:spPr>
        <p:txBody>
          <a:bodyPr>
            <a:normAutofit/>
          </a:bodyPr>
          <a:lstStyle/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effectiveness using ratings and reviews</a:t>
            </a: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and medical conditions</a:t>
            </a: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factors like alcohol interaction</a:t>
            </a: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healthcare-focused insights</a:t>
            </a:r>
          </a:p>
        </p:txBody>
      </p:sp>
      <p:pic>
        <p:nvPicPr>
          <p:cNvPr id="4" name="Picture 3" descr="0042668f-32d8-4473-9757-be757b594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62" y="3194783"/>
            <a:ext cx="7989455" cy="2504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891" y="36945"/>
            <a:ext cx="8229600" cy="621289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8234"/>
            <a:ext cx="8229600" cy="5467929"/>
          </a:xfrm>
        </p:spPr>
        <p:txBody>
          <a:bodyPr>
            <a:normAutofit/>
          </a:bodyPr>
          <a:lstStyle/>
          <a:p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~2,931 drugs</a:t>
            </a:r>
          </a:p>
          <a:p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Conditions, Drug Classes, Ratings, Reviews</a:t>
            </a:r>
          </a:p>
          <a:p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Rx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OTC classification</a:t>
            </a:r>
          </a:p>
          <a:p>
            <a:r>
              <a:rPr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Alcohol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and pregnancy category</a:t>
            </a:r>
          </a:p>
        </p:txBody>
      </p:sp>
      <p:pic>
        <p:nvPicPr>
          <p:cNvPr id="4" name="Picture 3" descr="ece21063-0bec-4596-a32c-ce5ec1e088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09" y="2392217"/>
            <a:ext cx="6386945" cy="3417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1980"/>
          </a:xfrm>
        </p:spPr>
        <p:txBody>
          <a:bodyPr>
            <a:normAutofit fontScale="90000"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1564"/>
            <a:ext cx="8229600" cy="4814599"/>
          </a:xfrm>
        </p:spPr>
        <p:txBody>
          <a:bodyPr>
            <a:normAutofit/>
          </a:bodyPr>
          <a:lstStyle/>
          <a:p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using meaningful labels</a:t>
            </a:r>
          </a:p>
          <a:p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alcohol interaction to binary</a:t>
            </a:r>
          </a:p>
          <a:p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Treated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&amp; reviews carefully</a:t>
            </a:r>
          </a:p>
          <a:p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analysis-ready dataset</a:t>
            </a:r>
          </a:p>
        </p:txBody>
      </p:sp>
      <p:pic>
        <p:nvPicPr>
          <p:cNvPr id="4" name="Picture 3" descr="9e147984-68b7-4364-b079-9e2628b20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18" y="3048000"/>
            <a:ext cx="5371803" cy="3241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5253"/>
          </a:xfrm>
        </p:spPr>
        <p:txBody>
          <a:bodyPr>
            <a:no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Dataset </a:t>
            </a:r>
            <a:r>
              <a:rPr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Tableau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53490" y="6058933"/>
            <a:ext cx="5454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schema, data types, and missing value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022"/>
            <a:ext cx="8229600" cy="741362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Medical Conditions Treated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Pain, Colds &amp; Flu, and Acne dominate medication demand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37" y="1108365"/>
            <a:ext cx="7232072" cy="4689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778307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Drug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9828" y="6337995"/>
            <a:ext cx="377641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drugs are rated between 6 and 8</a:t>
            </a:r>
          </a:p>
        </p:txBody>
      </p:sp>
      <p:pic>
        <p:nvPicPr>
          <p:cNvPr id="5" name="Picture 4" descr="7ad4c3fd-4ecf-48ff-a537-50cb11ea8b97.png"/>
          <p:cNvPicPr>
            <a:picLocks noChangeAspect="1"/>
          </p:cNvPicPr>
          <p:nvPr/>
        </p:nvPicPr>
        <p:blipFill rotWithShape="1">
          <a:blip r:embed="rId2"/>
          <a:srcRect b="862"/>
          <a:stretch/>
        </p:blipFill>
        <p:spPr>
          <a:xfrm>
            <a:off x="457200" y="849745"/>
            <a:ext cx="8326582" cy="533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8998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by Medical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4047" y="6109999"/>
            <a:ext cx="4715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Niche conditions show higher satisfaction scores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16000"/>
            <a:ext cx="8229600" cy="5001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Classes Usage</a:t>
            </a:r>
          </a:p>
        </p:txBody>
      </p:sp>
      <p:pic>
        <p:nvPicPr>
          <p:cNvPr id="3" name="Picture 2" descr="460f7062-e680-4c26-9d47-8a80c9d8db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8" y="1579417"/>
            <a:ext cx="4828498" cy="41877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Upper respiratory and topical agents dominate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471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Alcohol Interaction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Alcohol interaction slightly impacts drug ratings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1" y="1417638"/>
            <a:ext cx="7813963" cy="44843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Satisfaction relationship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Alcohol interaction slightly impacts drug ratings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77" y="1114155"/>
            <a:ext cx="3102696" cy="27036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376" y="1417638"/>
            <a:ext cx="5522624" cy="4558289"/>
          </a:xfrm>
          <a:prstGeom prst="rect">
            <a:avLst/>
          </a:prstGeom>
        </p:spPr>
      </p:pic>
      <p:pic>
        <p:nvPicPr>
          <p:cNvPr id="7" name="Picture 6" descr="22bcc2d7-cd7b-427b-80fe-0b4e22a48a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77" y="3810071"/>
            <a:ext cx="3102696" cy="205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90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374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Drug Classes Analysis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Alcohol interaction slightly impacts drug ratings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43136"/>
            <a:ext cx="8585199" cy="50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29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Pregnancy Category Distribution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57616" y="6217920"/>
            <a:ext cx="46287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Alcohol interaction slightly impacts drug ratings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4763"/>
            <a:ext cx="4539673" cy="359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56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743"/>
            <a:ext cx="8229600" cy="648998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–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490" y="6198948"/>
            <a:ext cx="7536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Interactive dashboard combining safety, ratings, and usage</a:t>
            </a:r>
          </a:p>
        </p:txBody>
      </p:sp>
      <p:pic>
        <p:nvPicPr>
          <p:cNvPr id="6" name="Picture 5" descr="217a98ae-d15f-474c-ab43-ef8d3eccc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1" y="923635"/>
            <a:ext cx="8866909" cy="51354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584344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&amp; Healthcare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528"/>
            <a:ext cx="8229600" cy="5128636"/>
          </a:xfrm>
        </p:spPr>
        <p:txBody>
          <a:bodyPr>
            <a:normAutofit/>
          </a:bodyPr>
          <a:lstStyle/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pain and flu medications</a:t>
            </a: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Safety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influence user ratings</a:t>
            </a: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Rx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drugs dominate the market</a:t>
            </a: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valuable real-world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healthcare analytics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EDA and statistical insights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for decision-ready dashboards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real-world domain understanding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7963" y="2683451"/>
            <a:ext cx="2590800" cy="6256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255</Words>
  <Application>Microsoft Office PowerPoint</Application>
  <PresentationFormat>On-screen Show (4:3)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Project Name: Drug Effectiveness &amp; Safety Analysis</vt:lpstr>
      <vt:lpstr>Project Objective</vt:lpstr>
      <vt:lpstr>Dataset Overview</vt:lpstr>
      <vt:lpstr>Data Cleaning &amp; Preparation</vt:lpstr>
      <vt:lpstr>EDA – Dataset Structure in Tableau</vt:lpstr>
      <vt:lpstr>Top Medical Conditions Treated</vt:lpstr>
      <vt:lpstr>Distribution of Drug Ratings</vt:lpstr>
      <vt:lpstr>Average Rating by Medical Condition</vt:lpstr>
      <vt:lpstr>Drug Classes Usage</vt:lpstr>
      <vt:lpstr>Alcohol Interaction Impact</vt:lpstr>
      <vt:lpstr>Popularity vS Satisfaction relationship</vt:lpstr>
      <vt:lpstr>Drug Classes Analysis</vt:lpstr>
      <vt:lpstr>Pregnancy Category Distribution</vt:lpstr>
      <vt:lpstr>Tableau Dashboard – Overview</vt:lpstr>
      <vt:lpstr>Key Business &amp; Healthcare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Effectiveness &amp; Safety Analysis</dc:title>
  <dc:subject/>
  <dc:creator>HP</dc:creator>
  <cp:keywords/>
  <dc:description>generated using python-pptx</dc:description>
  <cp:lastModifiedBy>HP</cp:lastModifiedBy>
  <cp:revision>10</cp:revision>
  <dcterms:created xsi:type="dcterms:W3CDTF">2013-01-27T09:14:16Z</dcterms:created>
  <dcterms:modified xsi:type="dcterms:W3CDTF">2026-01-31T06:34:32Z</dcterms:modified>
  <cp:category/>
</cp:coreProperties>
</file>